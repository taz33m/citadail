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8961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an investment fund made of AI coworkers.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94944" y="3063240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8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finds what matters. One builds the case. One checks risk. One places the paper trade. One keeps watch.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4892040"/>
            <a:ext cx="106984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4983480"/>
            <a:ext cx="886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810512" y="5065776"/>
            <a:ext cx="246888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0552" y="4892040"/>
            <a:ext cx="10698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4983480"/>
            <a:ext cx="886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227832" y="5065776"/>
            <a:ext cx="246888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4892040"/>
            <a:ext cx="10698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4983480"/>
            <a:ext cx="886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45152" y="5065776"/>
            <a:ext cx="246888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4892040"/>
            <a:ext cx="10698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4983480"/>
            <a:ext cx="886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062472" y="5065776"/>
            <a:ext cx="246888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4892040"/>
            <a:ext cx="10698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4983480"/>
            <a:ext cx="886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479792" y="5065776"/>
            <a:ext cx="246888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9832" y="4892040"/>
            <a:ext cx="10698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4983480"/>
            <a:ext cx="886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3C3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B8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thesis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work is fragmented.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arrives everywhere. The decision needs to live in one place.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1691640" cy="731520"/>
          </a:xfrm>
          <a:prstGeom prst="roundRect">
            <a:avLst>
              <a:gd name="adj" fmla="val 5625"/>
            </a:avLst>
          </a:prstGeom>
          <a:solidFill>
            <a:srgbClr val="E8E8E4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17296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87168" y="4160520"/>
            <a:ext cx="2011680" cy="73152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440740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3246120"/>
            <a:ext cx="1691640" cy="731520"/>
          </a:xfrm>
          <a:prstGeom prst="roundRect">
            <a:avLst>
              <a:gd name="adj" fmla="val 5625"/>
            </a:avLst>
          </a:prstGeom>
          <a:solidFill>
            <a:srgbClr val="E8E8E4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49300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4343400"/>
            <a:ext cx="1691640" cy="73152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459028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66760" y="2880360"/>
            <a:ext cx="1874520" cy="731520"/>
          </a:xfrm>
          <a:prstGeom prst="roundRect">
            <a:avLst>
              <a:gd name="adj" fmla="val 5625"/>
            </a:avLst>
          </a:prstGeom>
          <a:solidFill>
            <a:srgbClr val="E8E8E4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2208" y="312724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09760" y="4370832"/>
            <a:ext cx="1920240" cy="786384"/>
          </a:xfrm>
          <a:prstGeom prst="roundRect">
            <a:avLst>
              <a:gd name="adj" fmla="val 5233"/>
            </a:avLst>
          </a:prstGeom>
          <a:solidFill>
            <a:srgbClr val="050505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4572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asks: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bet?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Thesis Record becomes the desk memory.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coworker writes to the same object. Every artifact reads from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60520" y="2395728"/>
            <a:ext cx="3840480" cy="1389888"/>
          </a:xfrm>
          <a:prstGeom prst="roundRect">
            <a:avLst>
              <a:gd name="adj" fmla="val 2961"/>
            </a:avLst>
          </a:prstGeom>
          <a:solidFill>
            <a:srgbClr val="050505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2743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Record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617720" y="32095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· view · evidence · risk · trade · monitor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2148840" cy="73152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6883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953512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what changed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2148840" cy="73152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489704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Analyst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4754880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case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4983480"/>
            <a:ext cx="2148840" cy="73152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5129784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5394960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the bet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35440" y="2542032"/>
            <a:ext cx="2148840" cy="73152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1744" y="26883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81744" y="2953512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sizes the 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35440" y="4343400"/>
            <a:ext cx="2148840" cy="73152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81744" y="4489704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81744" y="4754880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paper trade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99232" y="3090672"/>
            <a:ext cx="96012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090672"/>
            <a:ext cx="96012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object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converge. Work products fan out.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product in one picture.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" y="2743200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83464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804672" y="3182112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27355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804672" y="3621024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7124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804672" y="4059936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15137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804672" y="4498848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59028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2798064" y="35112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520440" y="2944368"/>
            <a:ext cx="2743200" cy="1170432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32369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492240" y="35112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315200" y="274320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83464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9144000" y="274320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83464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315200" y="370332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7947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Desk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9144000" y="370332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37947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Equity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3C3C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B8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logic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modes. Same desk brain.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is human-guided. Full Auto is system-run under paper-risk limits.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" y="2514600"/>
            <a:ext cx="5074920" cy="26060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88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MODE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picks the ticker.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 builds the thesis package.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PM/Risk/Desk decisions stay visible.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4553712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0505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645152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thesis package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46520" y="2514600"/>
            <a:ext cx="5074920" cy="2606040"/>
          </a:xfrm>
          <a:prstGeom prst="roundRect">
            <a:avLst>
              <a:gd name="adj" fmla="val 1579"/>
            </a:avLst>
          </a:prstGeom>
          <a:solidFill>
            <a:srgbClr val="050505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2788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 MODE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9984" y="32461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scans the replay.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approve, size, open, and monitor.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 journaled.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29984" y="4553712"/>
            <a:ext cx="16916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1424" y="464515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book loop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walk-forward paper desk.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single trade replay. A portfolio that evolves through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" y="2788920"/>
            <a:ext cx="1344168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9992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33467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visible sources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048256" y="3291840"/>
            <a:ext cx="210312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04288" y="2788920"/>
            <a:ext cx="1344168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29992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33467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names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675888" y="3291840"/>
            <a:ext cx="210312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788920"/>
            <a:ext cx="1344168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9992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Swarm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50792" y="33467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thesis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303520" y="3291840"/>
            <a:ext cx="210312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2788920"/>
            <a:ext cx="1344168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9992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78424" y="33467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or rejects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931152" y="3291840"/>
            <a:ext cx="210312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2788920"/>
            <a:ext cx="1344168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29992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06056" y="33467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sizes exposure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558784" y="3291840"/>
            <a:ext cx="210312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14816" y="2788920"/>
            <a:ext cx="1344168" cy="1005840"/>
          </a:xfrm>
          <a:prstGeom prst="roundRect">
            <a:avLst>
              <a:gd name="adj" fmla="val 4091"/>
            </a:avLst>
          </a:prstGeom>
          <a:solidFill>
            <a:srgbClr val="050505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29992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33688" y="33467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paper trade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0186416" y="3291840"/>
            <a:ext cx="210312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42448" y="2788920"/>
            <a:ext cx="1344168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33888" y="29992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61320" y="33467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watch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914400" y="4736592"/>
            <a:ext cx="118872" cy="11887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4690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only see data timestamped at or before simulation time.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4400" y="5138928"/>
            <a:ext cx="118872" cy="11887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5093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positions only. No live brokerage. No prediction-market hedges.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" y="5541264"/>
            <a:ext cx="118872" cy="11887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5495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journal explains every open, hold, trim, exit, and thesis break.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desk loop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 compounds because it can actually deploy.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wider universe plus corrected desk rules turns intelligence into book impact.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2743200"/>
            <a:ext cx="1920240" cy="74980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8803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CAPITAL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896112" y="30998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1920240" cy="74980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28803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BOOK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072384" y="30998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$2.46M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102352" y="2743200"/>
            <a:ext cx="1920240" cy="74980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8803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RETURN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248656" y="30998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+145.9%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278624" y="2743200"/>
            <a:ext cx="1920240" cy="74980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28803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424928" y="30998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names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54896" y="2743200"/>
            <a:ext cx="1920240" cy="74980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0160">
            <a:solidFill>
              <a:srgbClr val="C9C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8803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POSITIONS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9601200" y="30998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4343400"/>
            <a:ext cx="1001268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892040"/>
            <a:ext cx="1001268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440680"/>
            <a:ext cx="1001268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361834"/>
            <a:ext cx="1668780" cy="26282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83180" y="5388116"/>
            <a:ext cx="1668780" cy="-105129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5282987"/>
            <a:ext cx="1668780" cy="-164263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0740" y="5118724"/>
            <a:ext cx="1668780" cy="-223398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4895325"/>
            <a:ext cx="1668780" cy="-203687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58300" y="4691639"/>
            <a:ext cx="1668780" cy="-28910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3252" y="5320686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42032" y="5346968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0812" y="5241839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9592" y="5077576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8372" y="4854177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17152" y="4650491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5932" y="4361387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5686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921240" y="55686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D4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4400" y="58430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drivers: META · NVDA · AVGO · LLY · PANW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60990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C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replay. Paper portfolio only. No future data available to agents.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3C3C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B8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result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is simple when the story is clear.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 for humans. Runtime for agents. Messenger for PMs.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2816352"/>
            <a:ext cx="3063240" cy="859536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 Workbench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264408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News · Thesis · Memo · Model · PM Review · Risk Gate · Trade Desk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553712" y="2240280"/>
            <a:ext cx="3063240" cy="859536"/>
          </a:xfrm>
          <a:prstGeom prst="roundRect">
            <a:avLst>
              <a:gd name="adj" fmla="val 4787"/>
            </a:avLst>
          </a:prstGeom>
          <a:solidFill>
            <a:srgbClr val="050505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2395728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Runtime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18304" y="268833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graph executes bounded desk steps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53712" y="3401568"/>
            <a:ext cx="3063240" cy="859536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55701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Dedalus Machine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18304" y="3849624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state and execution proof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321040" y="2816352"/>
            <a:ext cx="3063240" cy="859536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97180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 iMessage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85632" y="3264408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group chat receives briefs, charts, and artifacts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822192" y="2788920"/>
            <a:ext cx="621792" cy="45720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2788920"/>
            <a:ext cx="512064" cy="45720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127248"/>
            <a:ext cx="0" cy="219456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074920"/>
            <a:ext cx="118872" cy="11887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29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artifacts are real DOCX, XLSX, and PPTX outputs.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5468112"/>
            <a:ext cx="118872" cy="11887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422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OpenClaw/Dedalus proof is visible in the UI and Photon runtime command.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map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chatbot. It is a desk.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shows action, memory, artifacts, monitoring, and human supervision.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240487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→ PM → risk → desk → monitor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816352"/>
            <a:ext cx="987552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72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054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artifacts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06324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memo, operating model, PM deck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474720"/>
            <a:ext cx="987552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372160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filings, news, fundamentals, prices, transcripts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" y="4133088"/>
            <a:ext cx="987552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389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3708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guardrails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437997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paper-only, time-bounded, auditable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" y="4791456"/>
            <a:ext cx="987552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047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29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surface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0" y="503834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workbench plus iMessage PM feed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" y="5449824"/>
            <a:ext cx="987552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C9C9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Judge-facing close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94944" y="10789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1874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4E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investment desk where coworkers turn market information into thesis, paper trade, and monitoring.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4526280"/>
            <a:ext cx="12984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6177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103120" y="4700016"/>
            <a:ext cx="539496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4526280"/>
            <a:ext cx="129844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46177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114800" y="4700016"/>
            <a:ext cx="539496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4526280"/>
            <a:ext cx="12984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46177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126480" y="4700016"/>
            <a:ext cx="539496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4526280"/>
            <a:ext cx="12984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46177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138160" y="4700016"/>
            <a:ext cx="539496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4526280"/>
            <a:ext cx="1298448" cy="347472"/>
          </a:xfrm>
          <a:prstGeom prst="roundRect">
            <a:avLst>
              <a:gd name="adj" fmla="val 10526"/>
            </a:avLst>
          </a:prstGeom>
          <a:solidFill>
            <a:srgbClr val="05050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46177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77240" y="571500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line: one desk, multiple AI coworkers, paper-only execution, auditable decisions.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8890">
            <a:solidFill>
              <a:srgbClr val="3C3C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B8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Citadail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Citadail HackPrinceton Presentation V2</dc:title>
  <dc:subject>AI coworkers for an investment desk</dc:subject>
  <dc:creator>Citadail</dc:creator>
  <cp:lastModifiedBy>Citadail</cp:lastModifiedBy>
  <cp:revision>1</cp:revision>
  <dcterms:created xsi:type="dcterms:W3CDTF">2026-04-19T02:48:32Z</dcterms:created>
  <dcterms:modified xsi:type="dcterms:W3CDTF">2026-04-19T02:48:32Z</dcterms:modified>
</cp:coreProperties>
</file>